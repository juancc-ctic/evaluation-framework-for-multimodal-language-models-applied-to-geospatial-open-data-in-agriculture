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3"/>
  </p:notesMasterIdLst>
  <p:sldIdLst>
    <p:sldId id="258" r:id="rId2"/>
  </p:sldIdLst>
  <p:sldSz cx="19799300" cy="111236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6F0E0"/>
    <a:srgbClr val="9368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1" autoAdjust="0"/>
    <p:restoredTop sz="94660"/>
  </p:normalViewPr>
  <p:slideViewPr>
    <p:cSldViewPr snapToGrid="0">
      <p:cViewPr varScale="1">
        <p:scale>
          <a:sx n="76" d="100"/>
          <a:sy n="76" d="100"/>
        </p:scale>
        <p:origin x="555" y="5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5AA6BF-1FF4-409D-A6B4-7E4867B8AF93}" type="datetimeFigureOut">
              <a:rPr lang="es-ES" smtClean="0"/>
              <a:t>26/10/2026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2625" y="1143000"/>
            <a:ext cx="54927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9D1D93-8F44-4D19-831F-42BD7DB4250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960583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9D1D93-8F44-4D19-831F-42BD7DB4250C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496641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74913" y="1820463"/>
            <a:ext cx="14849475" cy="3872665"/>
          </a:xfrm>
        </p:spPr>
        <p:txBody>
          <a:bodyPr anchor="b"/>
          <a:lstStyle>
            <a:lvl1pPr algn="ctr">
              <a:defRPr sz="9732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74913" y="5842472"/>
            <a:ext cx="14849475" cy="2685631"/>
          </a:xfrm>
        </p:spPr>
        <p:txBody>
          <a:bodyPr/>
          <a:lstStyle>
            <a:lvl1pPr marL="0" indent="0" algn="ctr">
              <a:buNone/>
              <a:defRPr sz="3893"/>
            </a:lvl1pPr>
            <a:lvl2pPr marL="741578" indent="0" algn="ctr">
              <a:buNone/>
              <a:defRPr sz="3244"/>
            </a:lvl2pPr>
            <a:lvl3pPr marL="1483157" indent="0" algn="ctr">
              <a:buNone/>
              <a:defRPr sz="2920"/>
            </a:lvl3pPr>
            <a:lvl4pPr marL="2224735" indent="0" algn="ctr">
              <a:buNone/>
              <a:defRPr sz="2595"/>
            </a:lvl4pPr>
            <a:lvl5pPr marL="2966314" indent="0" algn="ctr">
              <a:buNone/>
              <a:defRPr sz="2595"/>
            </a:lvl5pPr>
            <a:lvl6pPr marL="3707892" indent="0" algn="ctr">
              <a:buNone/>
              <a:defRPr sz="2595"/>
            </a:lvl6pPr>
            <a:lvl7pPr marL="4449470" indent="0" algn="ctr">
              <a:buNone/>
              <a:defRPr sz="2595"/>
            </a:lvl7pPr>
            <a:lvl8pPr marL="5191049" indent="0" algn="ctr">
              <a:buNone/>
              <a:defRPr sz="2595"/>
            </a:lvl8pPr>
            <a:lvl9pPr marL="5932627" indent="0" algn="ctr">
              <a:buNone/>
              <a:defRPr sz="2595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DECFE-03E3-4020-9F30-69B40E265512}" type="datetimeFigureOut">
              <a:rPr lang="es-ES" smtClean="0"/>
              <a:t>26/10/2026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79FD8-B362-453E-9A04-38E7A8B7690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901695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DECFE-03E3-4020-9F30-69B40E265512}" type="datetimeFigureOut">
              <a:rPr lang="es-ES" smtClean="0"/>
              <a:t>26/10/2026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79FD8-B362-453E-9A04-38E7A8B7690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308701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50890" y="2773180"/>
            <a:ext cx="17076896" cy="4627113"/>
          </a:xfrm>
        </p:spPr>
        <p:txBody>
          <a:bodyPr anchor="b"/>
          <a:lstStyle>
            <a:lvl1pPr>
              <a:defRPr sz="9732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50890" y="7444067"/>
            <a:ext cx="17076896" cy="2433290"/>
          </a:xfrm>
        </p:spPr>
        <p:txBody>
          <a:bodyPr/>
          <a:lstStyle>
            <a:lvl1pPr marL="0" indent="0">
              <a:buNone/>
              <a:defRPr sz="3893">
                <a:solidFill>
                  <a:schemeClr val="tx1">
                    <a:tint val="82000"/>
                  </a:schemeClr>
                </a:solidFill>
              </a:defRPr>
            </a:lvl1pPr>
            <a:lvl2pPr marL="741578" indent="0">
              <a:buNone/>
              <a:defRPr sz="3244">
                <a:solidFill>
                  <a:schemeClr val="tx1">
                    <a:tint val="82000"/>
                  </a:schemeClr>
                </a:solidFill>
              </a:defRPr>
            </a:lvl2pPr>
            <a:lvl3pPr marL="1483157" indent="0">
              <a:buNone/>
              <a:defRPr sz="2920">
                <a:solidFill>
                  <a:schemeClr val="tx1">
                    <a:tint val="82000"/>
                  </a:schemeClr>
                </a:solidFill>
              </a:defRPr>
            </a:lvl3pPr>
            <a:lvl4pPr marL="2224735" indent="0">
              <a:buNone/>
              <a:defRPr sz="2595">
                <a:solidFill>
                  <a:schemeClr val="tx1">
                    <a:tint val="82000"/>
                  </a:schemeClr>
                </a:solidFill>
              </a:defRPr>
            </a:lvl4pPr>
            <a:lvl5pPr marL="2966314" indent="0">
              <a:buNone/>
              <a:defRPr sz="2595">
                <a:solidFill>
                  <a:schemeClr val="tx1">
                    <a:tint val="82000"/>
                  </a:schemeClr>
                </a:solidFill>
              </a:defRPr>
            </a:lvl5pPr>
            <a:lvl6pPr marL="3707892" indent="0">
              <a:buNone/>
              <a:defRPr sz="2595">
                <a:solidFill>
                  <a:schemeClr val="tx1">
                    <a:tint val="82000"/>
                  </a:schemeClr>
                </a:solidFill>
              </a:defRPr>
            </a:lvl6pPr>
            <a:lvl7pPr marL="4449470" indent="0">
              <a:buNone/>
              <a:defRPr sz="2595">
                <a:solidFill>
                  <a:schemeClr val="tx1">
                    <a:tint val="82000"/>
                  </a:schemeClr>
                </a:solidFill>
              </a:defRPr>
            </a:lvl7pPr>
            <a:lvl8pPr marL="5191049" indent="0">
              <a:buNone/>
              <a:defRPr sz="2595">
                <a:solidFill>
                  <a:schemeClr val="tx1">
                    <a:tint val="82000"/>
                  </a:schemeClr>
                </a:solidFill>
              </a:defRPr>
            </a:lvl8pPr>
            <a:lvl9pPr marL="5932627" indent="0">
              <a:buNone/>
              <a:defRPr sz="2595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DECFE-03E3-4020-9F30-69B40E265512}" type="datetimeFigureOut">
              <a:rPr lang="es-ES" smtClean="0"/>
              <a:t>26/10/2026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79FD8-B362-453E-9A04-38E7A8B7690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807164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61202" y="2961147"/>
            <a:ext cx="8414703" cy="705783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23395" y="2961147"/>
            <a:ext cx="8414703" cy="705783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DECFE-03E3-4020-9F30-69B40E265512}" type="datetimeFigureOut">
              <a:rPr lang="es-ES" smtClean="0"/>
              <a:t>26/10/2026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79FD8-B362-453E-9A04-38E7A8B7690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58353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3781" y="592230"/>
            <a:ext cx="17076896" cy="2150051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3782" y="2726831"/>
            <a:ext cx="8376031" cy="1336378"/>
          </a:xfrm>
        </p:spPr>
        <p:txBody>
          <a:bodyPr anchor="b"/>
          <a:lstStyle>
            <a:lvl1pPr marL="0" indent="0">
              <a:buNone/>
              <a:defRPr sz="3893" b="1"/>
            </a:lvl1pPr>
            <a:lvl2pPr marL="741578" indent="0">
              <a:buNone/>
              <a:defRPr sz="3244" b="1"/>
            </a:lvl2pPr>
            <a:lvl3pPr marL="1483157" indent="0">
              <a:buNone/>
              <a:defRPr sz="2920" b="1"/>
            </a:lvl3pPr>
            <a:lvl4pPr marL="2224735" indent="0">
              <a:buNone/>
              <a:defRPr sz="2595" b="1"/>
            </a:lvl4pPr>
            <a:lvl5pPr marL="2966314" indent="0">
              <a:buNone/>
              <a:defRPr sz="2595" b="1"/>
            </a:lvl5pPr>
            <a:lvl6pPr marL="3707892" indent="0">
              <a:buNone/>
              <a:defRPr sz="2595" b="1"/>
            </a:lvl6pPr>
            <a:lvl7pPr marL="4449470" indent="0">
              <a:buNone/>
              <a:defRPr sz="2595" b="1"/>
            </a:lvl7pPr>
            <a:lvl8pPr marL="5191049" indent="0">
              <a:buNone/>
              <a:defRPr sz="2595" b="1"/>
            </a:lvl8pPr>
            <a:lvl9pPr marL="5932627" indent="0">
              <a:buNone/>
              <a:defRPr sz="2595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3782" y="4063209"/>
            <a:ext cx="8376031" cy="597636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023396" y="2726831"/>
            <a:ext cx="8417281" cy="1336378"/>
          </a:xfrm>
        </p:spPr>
        <p:txBody>
          <a:bodyPr anchor="b"/>
          <a:lstStyle>
            <a:lvl1pPr marL="0" indent="0">
              <a:buNone/>
              <a:defRPr sz="3893" b="1"/>
            </a:lvl1pPr>
            <a:lvl2pPr marL="741578" indent="0">
              <a:buNone/>
              <a:defRPr sz="3244" b="1"/>
            </a:lvl2pPr>
            <a:lvl3pPr marL="1483157" indent="0">
              <a:buNone/>
              <a:defRPr sz="2920" b="1"/>
            </a:lvl3pPr>
            <a:lvl4pPr marL="2224735" indent="0">
              <a:buNone/>
              <a:defRPr sz="2595" b="1"/>
            </a:lvl4pPr>
            <a:lvl5pPr marL="2966314" indent="0">
              <a:buNone/>
              <a:defRPr sz="2595" b="1"/>
            </a:lvl5pPr>
            <a:lvl6pPr marL="3707892" indent="0">
              <a:buNone/>
              <a:defRPr sz="2595" b="1"/>
            </a:lvl6pPr>
            <a:lvl7pPr marL="4449470" indent="0">
              <a:buNone/>
              <a:defRPr sz="2595" b="1"/>
            </a:lvl7pPr>
            <a:lvl8pPr marL="5191049" indent="0">
              <a:buNone/>
              <a:defRPr sz="2595" b="1"/>
            </a:lvl8pPr>
            <a:lvl9pPr marL="5932627" indent="0">
              <a:buNone/>
              <a:defRPr sz="2595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023396" y="4063209"/>
            <a:ext cx="8417281" cy="597636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DECFE-03E3-4020-9F30-69B40E265512}" type="datetimeFigureOut">
              <a:rPr lang="es-ES" smtClean="0"/>
              <a:t>26/10/2026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79FD8-B362-453E-9A04-38E7A8B7690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931685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DECFE-03E3-4020-9F30-69B40E265512}" type="datetimeFigureOut">
              <a:rPr lang="es-ES" smtClean="0"/>
              <a:t>26/10/2026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79FD8-B362-453E-9A04-38E7A8B7690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963636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DECFE-03E3-4020-9F30-69B40E265512}" type="datetimeFigureOut">
              <a:rPr lang="es-ES" smtClean="0"/>
              <a:t>26/10/2026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79FD8-B362-453E-9A04-38E7A8B7690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670757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3782" y="741574"/>
            <a:ext cx="6385789" cy="2595510"/>
          </a:xfrm>
        </p:spPr>
        <p:txBody>
          <a:bodyPr anchor="b"/>
          <a:lstStyle>
            <a:lvl1pPr>
              <a:defRPr sz="519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17281" y="1601595"/>
            <a:ext cx="10023396" cy="7904975"/>
          </a:xfrm>
        </p:spPr>
        <p:txBody>
          <a:bodyPr/>
          <a:lstStyle>
            <a:lvl1pPr>
              <a:defRPr sz="5190"/>
            </a:lvl1pPr>
            <a:lvl2pPr>
              <a:defRPr sz="4542"/>
            </a:lvl2pPr>
            <a:lvl3pPr>
              <a:defRPr sz="3893"/>
            </a:lvl3pPr>
            <a:lvl4pPr>
              <a:defRPr sz="3244"/>
            </a:lvl4pPr>
            <a:lvl5pPr>
              <a:defRPr sz="3244"/>
            </a:lvl5pPr>
            <a:lvl6pPr>
              <a:defRPr sz="3244"/>
            </a:lvl6pPr>
            <a:lvl7pPr>
              <a:defRPr sz="3244"/>
            </a:lvl7pPr>
            <a:lvl8pPr>
              <a:defRPr sz="3244"/>
            </a:lvl8pPr>
            <a:lvl9pPr>
              <a:defRPr sz="3244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63782" y="3337084"/>
            <a:ext cx="6385789" cy="6182361"/>
          </a:xfrm>
        </p:spPr>
        <p:txBody>
          <a:bodyPr/>
          <a:lstStyle>
            <a:lvl1pPr marL="0" indent="0">
              <a:buNone/>
              <a:defRPr sz="2595"/>
            </a:lvl1pPr>
            <a:lvl2pPr marL="741578" indent="0">
              <a:buNone/>
              <a:defRPr sz="2271"/>
            </a:lvl2pPr>
            <a:lvl3pPr marL="1483157" indent="0">
              <a:buNone/>
              <a:defRPr sz="1946"/>
            </a:lvl3pPr>
            <a:lvl4pPr marL="2224735" indent="0">
              <a:buNone/>
              <a:defRPr sz="1622"/>
            </a:lvl4pPr>
            <a:lvl5pPr marL="2966314" indent="0">
              <a:buNone/>
              <a:defRPr sz="1622"/>
            </a:lvl5pPr>
            <a:lvl6pPr marL="3707892" indent="0">
              <a:buNone/>
              <a:defRPr sz="1622"/>
            </a:lvl6pPr>
            <a:lvl7pPr marL="4449470" indent="0">
              <a:buNone/>
              <a:defRPr sz="1622"/>
            </a:lvl7pPr>
            <a:lvl8pPr marL="5191049" indent="0">
              <a:buNone/>
              <a:defRPr sz="1622"/>
            </a:lvl8pPr>
            <a:lvl9pPr marL="5932627" indent="0">
              <a:buNone/>
              <a:defRPr sz="1622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DECFE-03E3-4020-9F30-69B40E265512}" type="datetimeFigureOut">
              <a:rPr lang="es-ES" smtClean="0"/>
              <a:t>26/10/2026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79FD8-B362-453E-9A04-38E7A8B7690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91474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3782" y="741574"/>
            <a:ext cx="6385789" cy="2595510"/>
          </a:xfrm>
        </p:spPr>
        <p:txBody>
          <a:bodyPr anchor="b"/>
          <a:lstStyle>
            <a:lvl1pPr>
              <a:defRPr sz="519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417281" y="1601595"/>
            <a:ext cx="10023396" cy="7904975"/>
          </a:xfrm>
        </p:spPr>
        <p:txBody>
          <a:bodyPr anchor="t"/>
          <a:lstStyle>
            <a:lvl1pPr marL="0" indent="0">
              <a:buNone/>
              <a:defRPr sz="5190"/>
            </a:lvl1pPr>
            <a:lvl2pPr marL="741578" indent="0">
              <a:buNone/>
              <a:defRPr sz="4542"/>
            </a:lvl2pPr>
            <a:lvl3pPr marL="1483157" indent="0">
              <a:buNone/>
              <a:defRPr sz="3893"/>
            </a:lvl3pPr>
            <a:lvl4pPr marL="2224735" indent="0">
              <a:buNone/>
              <a:defRPr sz="3244"/>
            </a:lvl4pPr>
            <a:lvl5pPr marL="2966314" indent="0">
              <a:buNone/>
              <a:defRPr sz="3244"/>
            </a:lvl5pPr>
            <a:lvl6pPr marL="3707892" indent="0">
              <a:buNone/>
              <a:defRPr sz="3244"/>
            </a:lvl6pPr>
            <a:lvl7pPr marL="4449470" indent="0">
              <a:buNone/>
              <a:defRPr sz="3244"/>
            </a:lvl7pPr>
            <a:lvl8pPr marL="5191049" indent="0">
              <a:buNone/>
              <a:defRPr sz="3244"/>
            </a:lvl8pPr>
            <a:lvl9pPr marL="5932627" indent="0">
              <a:buNone/>
              <a:defRPr sz="3244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63782" y="3337084"/>
            <a:ext cx="6385789" cy="6182361"/>
          </a:xfrm>
        </p:spPr>
        <p:txBody>
          <a:bodyPr/>
          <a:lstStyle>
            <a:lvl1pPr marL="0" indent="0">
              <a:buNone/>
              <a:defRPr sz="2595"/>
            </a:lvl1pPr>
            <a:lvl2pPr marL="741578" indent="0">
              <a:buNone/>
              <a:defRPr sz="2271"/>
            </a:lvl2pPr>
            <a:lvl3pPr marL="1483157" indent="0">
              <a:buNone/>
              <a:defRPr sz="1946"/>
            </a:lvl3pPr>
            <a:lvl4pPr marL="2224735" indent="0">
              <a:buNone/>
              <a:defRPr sz="1622"/>
            </a:lvl4pPr>
            <a:lvl5pPr marL="2966314" indent="0">
              <a:buNone/>
              <a:defRPr sz="1622"/>
            </a:lvl5pPr>
            <a:lvl6pPr marL="3707892" indent="0">
              <a:buNone/>
              <a:defRPr sz="1622"/>
            </a:lvl6pPr>
            <a:lvl7pPr marL="4449470" indent="0">
              <a:buNone/>
              <a:defRPr sz="1622"/>
            </a:lvl7pPr>
            <a:lvl8pPr marL="5191049" indent="0">
              <a:buNone/>
              <a:defRPr sz="1622"/>
            </a:lvl8pPr>
            <a:lvl9pPr marL="5932627" indent="0">
              <a:buNone/>
              <a:defRPr sz="1622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DECFE-03E3-4020-9F30-69B40E265512}" type="datetimeFigureOut">
              <a:rPr lang="es-ES" smtClean="0"/>
              <a:t>26/10/2026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79FD8-B362-453E-9A04-38E7A8B7690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885444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DECFE-03E3-4020-9F30-69B40E265512}" type="datetimeFigureOut">
              <a:rPr lang="es-ES" smtClean="0"/>
              <a:t>26/10/2026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79FD8-B362-453E-9A04-38E7A8B7690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01230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4168874" y="592229"/>
            <a:ext cx="4269224" cy="942674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61202" y="592229"/>
            <a:ext cx="12560181" cy="942674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DECFE-03E3-4020-9F30-69B40E265512}" type="datetimeFigureOut">
              <a:rPr lang="es-ES" smtClean="0"/>
              <a:t>26/10/2026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79FD8-B362-453E-9A04-38E7A8B7690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344142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61202" y="592230"/>
            <a:ext cx="17076896" cy="21500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1202" y="2961147"/>
            <a:ext cx="17076896" cy="70578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61202" y="10309942"/>
            <a:ext cx="4454843" cy="5922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94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4DECFE-03E3-4020-9F30-69B40E265512}" type="datetimeFigureOut">
              <a:rPr lang="es-ES" smtClean="0"/>
              <a:t>26/10/2026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558518" y="10309942"/>
            <a:ext cx="6682264" cy="5922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94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3983255" y="10309942"/>
            <a:ext cx="4454843" cy="5922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94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F79FD8-B362-453E-9A04-38E7A8B7690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71553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483157" rtl="0" eaLnBrk="1" latinLnBrk="0" hangingPunct="1">
        <a:lnSpc>
          <a:spcPct val="90000"/>
        </a:lnSpc>
        <a:spcBef>
          <a:spcPct val="0"/>
        </a:spcBef>
        <a:buNone/>
        <a:defRPr sz="713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70789" indent="-370789" algn="l" defTabSz="1483157" rtl="0" eaLnBrk="1" latinLnBrk="0" hangingPunct="1">
        <a:lnSpc>
          <a:spcPct val="90000"/>
        </a:lnSpc>
        <a:spcBef>
          <a:spcPts val="1622"/>
        </a:spcBef>
        <a:buFont typeface="Arial" panose="020B0604020202020204" pitchFamily="34" charset="0"/>
        <a:buChar char="•"/>
        <a:defRPr sz="4542" kern="1200">
          <a:solidFill>
            <a:schemeClr val="tx1"/>
          </a:solidFill>
          <a:latin typeface="+mn-lt"/>
          <a:ea typeface="+mn-ea"/>
          <a:cs typeface="+mn-cs"/>
        </a:defRPr>
      </a:lvl1pPr>
      <a:lvl2pPr marL="1112368" indent="-370789" algn="l" defTabSz="1483157" rtl="0" eaLnBrk="1" latinLnBrk="0" hangingPunct="1">
        <a:lnSpc>
          <a:spcPct val="90000"/>
        </a:lnSpc>
        <a:spcBef>
          <a:spcPts val="811"/>
        </a:spcBef>
        <a:buFont typeface="Arial" panose="020B0604020202020204" pitchFamily="34" charset="0"/>
        <a:buChar char="•"/>
        <a:defRPr sz="3893" kern="1200">
          <a:solidFill>
            <a:schemeClr val="tx1"/>
          </a:solidFill>
          <a:latin typeface="+mn-lt"/>
          <a:ea typeface="+mn-ea"/>
          <a:cs typeface="+mn-cs"/>
        </a:defRPr>
      </a:lvl2pPr>
      <a:lvl3pPr marL="1853946" indent="-370789" algn="l" defTabSz="1483157" rtl="0" eaLnBrk="1" latinLnBrk="0" hangingPunct="1">
        <a:lnSpc>
          <a:spcPct val="90000"/>
        </a:lnSpc>
        <a:spcBef>
          <a:spcPts val="811"/>
        </a:spcBef>
        <a:buFont typeface="Arial" panose="020B0604020202020204" pitchFamily="34" charset="0"/>
        <a:buChar char="•"/>
        <a:defRPr sz="3244" kern="1200">
          <a:solidFill>
            <a:schemeClr val="tx1"/>
          </a:solidFill>
          <a:latin typeface="+mn-lt"/>
          <a:ea typeface="+mn-ea"/>
          <a:cs typeface="+mn-cs"/>
        </a:defRPr>
      </a:lvl3pPr>
      <a:lvl4pPr marL="2595524" indent="-370789" algn="l" defTabSz="1483157" rtl="0" eaLnBrk="1" latinLnBrk="0" hangingPunct="1">
        <a:lnSpc>
          <a:spcPct val="90000"/>
        </a:lnSpc>
        <a:spcBef>
          <a:spcPts val="811"/>
        </a:spcBef>
        <a:buFont typeface="Arial" panose="020B0604020202020204" pitchFamily="34" charset="0"/>
        <a:buChar char="•"/>
        <a:defRPr sz="2920" kern="1200">
          <a:solidFill>
            <a:schemeClr val="tx1"/>
          </a:solidFill>
          <a:latin typeface="+mn-lt"/>
          <a:ea typeface="+mn-ea"/>
          <a:cs typeface="+mn-cs"/>
        </a:defRPr>
      </a:lvl4pPr>
      <a:lvl5pPr marL="3337103" indent="-370789" algn="l" defTabSz="1483157" rtl="0" eaLnBrk="1" latinLnBrk="0" hangingPunct="1">
        <a:lnSpc>
          <a:spcPct val="90000"/>
        </a:lnSpc>
        <a:spcBef>
          <a:spcPts val="811"/>
        </a:spcBef>
        <a:buFont typeface="Arial" panose="020B0604020202020204" pitchFamily="34" charset="0"/>
        <a:buChar char="•"/>
        <a:defRPr sz="2920" kern="1200">
          <a:solidFill>
            <a:schemeClr val="tx1"/>
          </a:solidFill>
          <a:latin typeface="+mn-lt"/>
          <a:ea typeface="+mn-ea"/>
          <a:cs typeface="+mn-cs"/>
        </a:defRPr>
      </a:lvl5pPr>
      <a:lvl6pPr marL="4078681" indent="-370789" algn="l" defTabSz="1483157" rtl="0" eaLnBrk="1" latinLnBrk="0" hangingPunct="1">
        <a:lnSpc>
          <a:spcPct val="90000"/>
        </a:lnSpc>
        <a:spcBef>
          <a:spcPts val="811"/>
        </a:spcBef>
        <a:buFont typeface="Arial" panose="020B0604020202020204" pitchFamily="34" charset="0"/>
        <a:buChar char="•"/>
        <a:defRPr sz="2920" kern="1200">
          <a:solidFill>
            <a:schemeClr val="tx1"/>
          </a:solidFill>
          <a:latin typeface="+mn-lt"/>
          <a:ea typeface="+mn-ea"/>
          <a:cs typeface="+mn-cs"/>
        </a:defRPr>
      </a:lvl6pPr>
      <a:lvl7pPr marL="4820260" indent="-370789" algn="l" defTabSz="1483157" rtl="0" eaLnBrk="1" latinLnBrk="0" hangingPunct="1">
        <a:lnSpc>
          <a:spcPct val="90000"/>
        </a:lnSpc>
        <a:spcBef>
          <a:spcPts val="811"/>
        </a:spcBef>
        <a:buFont typeface="Arial" panose="020B0604020202020204" pitchFamily="34" charset="0"/>
        <a:buChar char="•"/>
        <a:defRPr sz="2920" kern="1200">
          <a:solidFill>
            <a:schemeClr val="tx1"/>
          </a:solidFill>
          <a:latin typeface="+mn-lt"/>
          <a:ea typeface="+mn-ea"/>
          <a:cs typeface="+mn-cs"/>
        </a:defRPr>
      </a:lvl7pPr>
      <a:lvl8pPr marL="5561838" indent="-370789" algn="l" defTabSz="1483157" rtl="0" eaLnBrk="1" latinLnBrk="0" hangingPunct="1">
        <a:lnSpc>
          <a:spcPct val="90000"/>
        </a:lnSpc>
        <a:spcBef>
          <a:spcPts val="811"/>
        </a:spcBef>
        <a:buFont typeface="Arial" panose="020B0604020202020204" pitchFamily="34" charset="0"/>
        <a:buChar char="•"/>
        <a:defRPr sz="2920" kern="1200">
          <a:solidFill>
            <a:schemeClr val="tx1"/>
          </a:solidFill>
          <a:latin typeface="+mn-lt"/>
          <a:ea typeface="+mn-ea"/>
          <a:cs typeface="+mn-cs"/>
        </a:defRPr>
      </a:lvl8pPr>
      <a:lvl9pPr marL="6303416" indent="-370789" algn="l" defTabSz="1483157" rtl="0" eaLnBrk="1" latinLnBrk="0" hangingPunct="1">
        <a:lnSpc>
          <a:spcPct val="90000"/>
        </a:lnSpc>
        <a:spcBef>
          <a:spcPts val="811"/>
        </a:spcBef>
        <a:buFont typeface="Arial" panose="020B0604020202020204" pitchFamily="34" charset="0"/>
        <a:buChar char="•"/>
        <a:defRPr sz="29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83157" rtl="0" eaLnBrk="1" latinLnBrk="0" hangingPunct="1">
        <a:defRPr sz="2920" kern="1200">
          <a:solidFill>
            <a:schemeClr val="tx1"/>
          </a:solidFill>
          <a:latin typeface="+mn-lt"/>
          <a:ea typeface="+mn-ea"/>
          <a:cs typeface="+mn-cs"/>
        </a:defRPr>
      </a:lvl1pPr>
      <a:lvl2pPr marL="741578" algn="l" defTabSz="1483157" rtl="0" eaLnBrk="1" latinLnBrk="0" hangingPunct="1">
        <a:defRPr sz="2920" kern="1200">
          <a:solidFill>
            <a:schemeClr val="tx1"/>
          </a:solidFill>
          <a:latin typeface="+mn-lt"/>
          <a:ea typeface="+mn-ea"/>
          <a:cs typeface="+mn-cs"/>
        </a:defRPr>
      </a:lvl2pPr>
      <a:lvl3pPr marL="1483157" algn="l" defTabSz="1483157" rtl="0" eaLnBrk="1" latinLnBrk="0" hangingPunct="1">
        <a:defRPr sz="2920" kern="1200">
          <a:solidFill>
            <a:schemeClr val="tx1"/>
          </a:solidFill>
          <a:latin typeface="+mn-lt"/>
          <a:ea typeface="+mn-ea"/>
          <a:cs typeface="+mn-cs"/>
        </a:defRPr>
      </a:lvl3pPr>
      <a:lvl4pPr marL="2224735" algn="l" defTabSz="1483157" rtl="0" eaLnBrk="1" latinLnBrk="0" hangingPunct="1">
        <a:defRPr sz="2920" kern="1200">
          <a:solidFill>
            <a:schemeClr val="tx1"/>
          </a:solidFill>
          <a:latin typeface="+mn-lt"/>
          <a:ea typeface="+mn-ea"/>
          <a:cs typeface="+mn-cs"/>
        </a:defRPr>
      </a:lvl4pPr>
      <a:lvl5pPr marL="2966314" algn="l" defTabSz="1483157" rtl="0" eaLnBrk="1" latinLnBrk="0" hangingPunct="1">
        <a:defRPr sz="2920" kern="1200">
          <a:solidFill>
            <a:schemeClr val="tx1"/>
          </a:solidFill>
          <a:latin typeface="+mn-lt"/>
          <a:ea typeface="+mn-ea"/>
          <a:cs typeface="+mn-cs"/>
        </a:defRPr>
      </a:lvl5pPr>
      <a:lvl6pPr marL="3707892" algn="l" defTabSz="1483157" rtl="0" eaLnBrk="1" latinLnBrk="0" hangingPunct="1">
        <a:defRPr sz="2920" kern="1200">
          <a:solidFill>
            <a:schemeClr val="tx1"/>
          </a:solidFill>
          <a:latin typeface="+mn-lt"/>
          <a:ea typeface="+mn-ea"/>
          <a:cs typeface="+mn-cs"/>
        </a:defRPr>
      </a:lvl6pPr>
      <a:lvl7pPr marL="4449470" algn="l" defTabSz="1483157" rtl="0" eaLnBrk="1" latinLnBrk="0" hangingPunct="1">
        <a:defRPr sz="2920" kern="1200">
          <a:solidFill>
            <a:schemeClr val="tx1"/>
          </a:solidFill>
          <a:latin typeface="+mn-lt"/>
          <a:ea typeface="+mn-ea"/>
          <a:cs typeface="+mn-cs"/>
        </a:defRPr>
      </a:lvl7pPr>
      <a:lvl8pPr marL="5191049" algn="l" defTabSz="1483157" rtl="0" eaLnBrk="1" latinLnBrk="0" hangingPunct="1">
        <a:defRPr sz="2920" kern="1200">
          <a:solidFill>
            <a:schemeClr val="tx1"/>
          </a:solidFill>
          <a:latin typeface="+mn-lt"/>
          <a:ea typeface="+mn-ea"/>
          <a:cs typeface="+mn-cs"/>
        </a:defRPr>
      </a:lvl8pPr>
      <a:lvl9pPr marL="5932627" algn="l" defTabSz="1483157" rtl="0" eaLnBrk="1" latinLnBrk="0" hangingPunct="1">
        <a:defRPr sz="29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CC4897-46CC-86BB-124D-EDE6294380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52BF8D81-DDB5-8E81-D52D-B746EEC2FDD6}"/>
              </a:ext>
            </a:extLst>
          </p:cNvPr>
          <p:cNvSpPr txBox="1"/>
          <p:nvPr/>
        </p:nvSpPr>
        <p:spPr>
          <a:xfrm>
            <a:off x="-296" y="1"/>
            <a:ext cx="19787602" cy="458139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377" dirty="0">
                <a:solidFill>
                  <a:schemeClr val="bg1"/>
                </a:solidFill>
              </a:rPr>
              <a:t>A Shapley-value framework for quantifying module contributions in context-augmented decision support: application to parcel-level land management</a:t>
            </a:r>
            <a:endParaRPr lang="es-ES" sz="2377" dirty="0">
              <a:solidFill>
                <a:schemeClr val="bg1"/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123FD70-D24F-2500-7F54-25EF49CA3BF3}"/>
              </a:ext>
            </a:extLst>
          </p:cNvPr>
          <p:cNvSpPr txBox="1"/>
          <p:nvPr/>
        </p:nvSpPr>
        <p:spPr>
          <a:xfrm>
            <a:off x="8859135" y="2180124"/>
            <a:ext cx="4305859" cy="28900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56192" indent="-556192">
              <a:buAutoNum type="arabicParenBoth"/>
            </a:pPr>
            <a:r>
              <a:rPr lang="es-ES" sz="3030" dirty="0"/>
              <a:t>Parcel </a:t>
            </a:r>
            <a:r>
              <a:rPr lang="es-ES" sz="3030" dirty="0" err="1"/>
              <a:t>selection</a:t>
            </a:r>
            <a:endParaRPr lang="es-ES" sz="3030" dirty="0"/>
          </a:p>
          <a:p>
            <a:pPr marL="556192" indent="-556192">
              <a:buFontTx/>
              <a:buAutoNum type="arabicParenBoth"/>
            </a:pPr>
            <a:r>
              <a:rPr lang="es-ES" sz="3030" dirty="0"/>
              <a:t>Land Use-</a:t>
            </a:r>
            <a:r>
              <a:rPr lang="es-ES" sz="3030" dirty="0" err="1"/>
              <a:t>related</a:t>
            </a:r>
            <a:r>
              <a:rPr lang="es-ES" sz="3030" dirty="0"/>
              <a:t> </a:t>
            </a:r>
          </a:p>
          <a:p>
            <a:r>
              <a:rPr lang="es-ES" sz="3030" dirty="0"/>
              <a:t>       </a:t>
            </a:r>
            <a:r>
              <a:rPr lang="es-ES" sz="3030" dirty="0" err="1"/>
              <a:t>query</a:t>
            </a:r>
            <a:r>
              <a:rPr lang="es-ES" sz="3030" dirty="0"/>
              <a:t> </a:t>
            </a:r>
            <a:r>
              <a:rPr lang="es-ES" sz="3030" dirty="0" err="1"/>
              <a:t>elaboration</a:t>
            </a:r>
            <a:r>
              <a:rPr lang="es-ES" sz="3030" dirty="0"/>
              <a:t> </a:t>
            </a:r>
          </a:p>
          <a:p>
            <a:r>
              <a:rPr lang="es-ES" sz="3030" dirty="0"/>
              <a:t>(3)</a:t>
            </a:r>
            <a:r>
              <a:rPr lang="es-ES" sz="2200" dirty="0"/>
              <a:t>  </a:t>
            </a:r>
            <a:r>
              <a:rPr lang="es-ES" sz="3030" dirty="0"/>
              <a:t>Response </a:t>
            </a:r>
            <a:r>
              <a:rPr lang="es-ES" sz="3030" dirty="0" err="1"/>
              <a:t>generation</a:t>
            </a:r>
            <a:endParaRPr lang="es-ES" sz="3030" dirty="0"/>
          </a:p>
          <a:p>
            <a:pPr marL="556192" indent="-556192">
              <a:buFontTx/>
              <a:buAutoNum type="arabicParenBoth"/>
            </a:pPr>
            <a:endParaRPr lang="es-ES" sz="3030" dirty="0"/>
          </a:p>
          <a:p>
            <a:pPr marL="556192" indent="-556192">
              <a:buAutoNum type="arabicParenBoth"/>
            </a:pPr>
            <a:endParaRPr lang="es-ES" sz="3030" dirty="0"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9E638751-6BD6-B774-28DA-B5B87FE7DF8F}"/>
              </a:ext>
            </a:extLst>
          </p:cNvPr>
          <p:cNvSpPr/>
          <p:nvPr/>
        </p:nvSpPr>
        <p:spPr>
          <a:xfrm>
            <a:off x="609686" y="902313"/>
            <a:ext cx="7555555" cy="754281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3030"/>
              <a:t>Modular architecture</a:t>
            </a:r>
            <a:endParaRPr lang="es-ES" sz="3030" dirty="0"/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76A16AC3-4604-9716-A589-605933A45090}"/>
              </a:ext>
            </a:extLst>
          </p:cNvPr>
          <p:cNvSpPr/>
          <p:nvPr/>
        </p:nvSpPr>
        <p:spPr>
          <a:xfrm>
            <a:off x="640359" y="1969134"/>
            <a:ext cx="2331193" cy="4931439"/>
          </a:xfrm>
          <a:prstGeom prst="roundRect">
            <a:avLst/>
          </a:prstGeom>
          <a:solidFill>
            <a:srgbClr val="F6F0E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3030" dirty="0">
                <a:solidFill>
                  <a:schemeClr val="tx1"/>
                </a:solidFill>
              </a:rPr>
              <a:t>Satellite</a:t>
            </a:r>
          </a:p>
          <a:p>
            <a:pPr algn="ctr"/>
            <a:endParaRPr lang="es-ES" sz="3030" dirty="0">
              <a:solidFill>
                <a:schemeClr val="tx1"/>
              </a:solidFill>
            </a:endParaRPr>
          </a:p>
          <a:p>
            <a:pPr algn="ctr"/>
            <a:endParaRPr lang="es-ES" sz="3030" dirty="0">
              <a:solidFill>
                <a:schemeClr val="tx1"/>
              </a:solidFill>
            </a:endParaRPr>
          </a:p>
          <a:p>
            <a:pPr algn="ctr"/>
            <a:endParaRPr lang="es-ES" sz="3030" dirty="0">
              <a:solidFill>
                <a:schemeClr val="tx1"/>
              </a:solidFill>
            </a:endParaRPr>
          </a:p>
          <a:p>
            <a:pPr algn="ctr"/>
            <a:endParaRPr lang="es-ES" sz="3030" dirty="0">
              <a:solidFill>
                <a:schemeClr val="tx1"/>
              </a:solidFill>
            </a:endParaRPr>
          </a:p>
          <a:p>
            <a:pPr algn="ctr"/>
            <a:endParaRPr lang="es-ES" sz="3030" dirty="0">
              <a:solidFill>
                <a:schemeClr val="tx1"/>
              </a:solidFill>
            </a:endParaRPr>
          </a:p>
          <a:p>
            <a:pPr algn="ctr"/>
            <a:endParaRPr lang="es-ES" sz="3030" dirty="0">
              <a:solidFill>
                <a:schemeClr val="tx1"/>
              </a:solidFill>
            </a:endParaRPr>
          </a:p>
          <a:p>
            <a:pPr algn="ctr"/>
            <a:r>
              <a:rPr lang="es-ES" sz="2596" dirty="0">
                <a:solidFill>
                  <a:schemeClr val="tx1"/>
                </a:solidFill>
              </a:rPr>
              <a:t>Vegetation indices</a:t>
            </a:r>
          </a:p>
        </p:txBody>
      </p:sp>
      <p:sp>
        <p:nvSpPr>
          <p:cNvPr id="26" name="Rectángulo: esquinas redondeadas 25">
            <a:extLst>
              <a:ext uri="{FF2B5EF4-FFF2-40B4-BE49-F238E27FC236}">
                <a16:creationId xmlns:a16="http://schemas.microsoft.com/office/drawing/2014/main" id="{0740FFFC-D6D6-BDC2-E1CC-CE920D51E60B}"/>
              </a:ext>
            </a:extLst>
          </p:cNvPr>
          <p:cNvSpPr/>
          <p:nvPr/>
        </p:nvSpPr>
        <p:spPr>
          <a:xfrm>
            <a:off x="5834045" y="1969134"/>
            <a:ext cx="2331193" cy="4931439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3030" dirty="0"/>
              <a:t>RAG</a:t>
            </a:r>
          </a:p>
          <a:p>
            <a:pPr algn="ctr"/>
            <a:endParaRPr lang="es-ES" sz="3030" dirty="0"/>
          </a:p>
          <a:p>
            <a:pPr algn="ctr"/>
            <a:endParaRPr lang="es-ES" sz="3030" dirty="0"/>
          </a:p>
          <a:p>
            <a:pPr algn="ctr"/>
            <a:endParaRPr lang="es-ES" sz="3030" dirty="0"/>
          </a:p>
          <a:p>
            <a:pPr algn="ctr"/>
            <a:endParaRPr lang="es-ES" sz="3030" dirty="0"/>
          </a:p>
          <a:p>
            <a:pPr algn="ctr"/>
            <a:endParaRPr lang="es-ES" sz="3030" dirty="0"/>
          </a:p>
          <a:p>
            <a:pPr algn="ctr"/>
            <a:endParaRPr lang="es-ES" sz="3030" dirty="0"/>
          </a:p>
          <a:p>
            <a:pPr algn="ctr"/>
            <a:r>
              <a:rPr lang="es-ES" sz="2596" dirty="0"/>
              <a:t>Knowledge base</a:t>
            </a:r>
          </a:p>
        </p:txBody>
      </p:sp>
      <p:sp>
        <p:nvSpPr>
          <p:cNvPr id="29" name="Rectángulo: esquinas redondeadas 28">
            <a:extLst>
              <a:ext uri="{FF2B5EF4-FFF2-40B4-BE49-F238E27FC236}">
                <a16:creationId xmlns:a16="http://schemas.microsoft.com/office/drawing/2014/main" id="{1265013B-8CA0-7801-F3F4-A5289E5E1EA0}"/>
              </a:ext>
            </a:extLst>
          </p:cNvPr>
          <p:cNvSpPr/>
          <p:nvPr/>
        </p:nvSpPr>
        <p:spPr>
          <a:xfrm>
            <a:off x="3132364" y="1944752"/>
            <a:ext cx="2526536" cy="4931439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3030" dirty="0"/>
              <a:t>Orthophoto</a:t>
            </a:r>
          </a:p>
          <a:p>
            <a:pPr algn="ctr"/>
            <a:endParaRPr lang="es-ES" sz="3030" dirty="0"/>
          </a:p>
          <a:p>
            <a:pPr algn="ctr"/>
            <a:endParaRPr lang="es-ES" sz="3030" dirty="0"/>
          </a:p>
          <a:p>
            <a:pPr algn="ctr"/>
            <a:endParaRPr lang="es-ES" sz="3030" dirty="0"/>
          </a:p>
          <a:p>
            <a:pPr algn="ctr"/>
            <a:endParaRPr lang="es-ES" sz="3030" dirty="0"/>
          </a:p>
          <a:p>
            <a:pPr algn="ctr"/>
            <a:endParaRPr lang="es-ES" sz="3030" dirty="0"/>
          </a:p>
          <a:p>
            <a:pPr algn="ctr"/>
            <a:endParaRPr lang="es-ES" sz="2596" dirty="0"/>
          </a:p>
          <a:p>
            <a:pPr algn="ctr"/>
            <a:r>
              <a:rPr lang="es-ES" sz="2596" dirty="0"/>
              <a:t>High-res </a:t>
            </a:r>
            <a:r>
              <a:rPr lang="es-ES" sz="2596" dirty="0" err="1"/>
              <a:t>imagery</a:t>
            </a:r>
            <a:endParaRPr lang="es-ES" sz="3030" dirty="0"/>
          </a:p>
        </p:txBody>
      </p:sp>
      <p:sp>
        <p:nvSpPr>
          <p:cNvPr id="33" name="Rectángulo: esquinas redondeadas 32">
            <a:extLst>
              <a:ext uri="{FF2B5EF4-FFF2-40B4-BE49-F238E27FC236}">
                <a16:creationId xmlns:a16="http://schemas.microsoft.com/office/drawing/2014/main" id="{9FCA79B9-0E37-2001-1989-F63D5F2F9028}"/>
              </a:ext>
            </a:extLst>
          </p:cNvPr>
          <p:cNvSpPr/>
          <p:nvPr/>
        </p:nvSpPr>
        <p:spPr>
          <a:xfrm>
            <a:off x="8780754" y="902313"/>
            <a:ext cx="4330140" cy="754281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3030" dirty="0"/>
              <a:t>Dataset </a:t>
            </a:r>
            <a:r>
              <a:rPr lang="es-ES" sz="3030" dirty="0" err="1"/>
              <a:t>construction</a:t>
            </a:r>
            <a:endParaRPr lang="es-ES" sz="3030" dirty="0"/>
          </a:p>
        </p:txBody>
      </p:sp>
      <p:pic>
        <p:nvPicPr>
          <p:cNvPr id="36" name="Imagen 35" descr="Satellite - Free communications icons">
            <a:extLst>
              <a:ext uri="{FF2B5EF4-FFF2-40B4-BE49-F238E27FC236}">
                <a16:creationId xmlns:a16="http://schemas.microsoft.com/office/drawing/2014/main" id="{0310BBFC-0883-6828-7D7A-7B76652A37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080" y="3384584"/>
            <a:ext cx="1751750" cy="1751750"/>
          </a:xfrm>
          <a:prstGeom prst="rect">
            <a:avLst/>
          </a:prstGeom>
        </p:spPr>
      </p:pic>
      <p:pic>
        <p:nvPicPr>
          <p:cNvPr id="40" name="Imagen 39">
            <a:extLst>
              <a:ext uri="{FF2B5EF4-FFF2-40B4-BE49-F238E27FC236}">
                <a16:creationId xmlns:a16="http://schemas.microsoft.com/office/drawing/2014/main" id="{65F06711-B9BB-E256-D9C1-F9F1F0A1DB4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16" t="11448" r="3761" b="2605"/>
          <a:stretch>
            <a:fillRect/>
          </a:stretch>
        </p:blipFill>
        <p:spPr>
          <a:xfrm>
            <a:off x="3565654" y="3445257"/>
            <a:ext cx="1586312" cy="1605268"/>
          </a:xfrm>
          <a:prstGeom prst="rect">
            <a:avLst/>
          </a:prstGeom>
        </p:spPr>
      </p:pic>
      <p:pic>
        <p:nvPicPr>
          <p:cNvPr id="41" name="Imagen 40" descr="Documento - Iconos gratis de archivos y carpetas">
            <a:extLst>
              <a:ext uri="{FF2B5EF4-FFF2-40B4-BE49-F238E27FC236}">
                <a16:creationId xmlns:a16="http://schemas.microsoft.com/office/drawing/2014/main" id="{6D2E3731-82ED-B13C-EE4E-C4C4623727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2978" y="3365294"/>
            <a:ext cx="1751750" cy="1751750"/>
          </a:xfrm>
          <a:prstGeom prst="rect">
            <a:avLst/>
          </a:prstGeom>
        </p:spPr>
      </p:pic>
      <p:sp>
        <p:nvSpPr>
          <p:cNvPr id="43" name="Rectángulo: esquinas redondeadas 42">
            <a:extLst>
              <a:ext uri="{FF2B5EF4-FFF2-40B4-BE49-F238E27FC236}">
                <a16:creationId xmlns:a16="http://schemas.microsoft.com/office/drawing/2014/main" id="{31A8F0E4-51D3-8A18-C293-4884D1C9FF81}"/>
              </a:ext>
            </a:extLst>
          </p:cNvPr>
          <p:cNvSpPr/>
          <p:nvPr/>
        </p:nvSpPr>
        <p:spPr>
          <a:xfrm>
            <a:off x="13818759" y="902313"/>
            <a:ext cx="5393268" cy="754281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3030" dirty="0"/>
              <a:t>Panel </a:t>
            </a:r>
            <a:r>
              <a:rPr lang="es-ES" sz="3030" dirty="0" err="1"/>
              <a:t>of</a:t>
            </a:r>
            <a:r>
              <a:rPr lang="es-ES" sz="3030" dirty="0"/>
              <a:t> </a:t>
            </a:r>
            <a:r>
              <a:rPr lang="es-ES" sz="3030" dirty="0" err="1"/>
              <a:t>judges</a:t>
            </a:r>
            <a:endParaRPr lang="es-ES" sz="3030" dirty="0"/>
          </a:p>
        </p:txBody>
      </p:sp>
      <p:pic>
        <p:nvPicPr>
          <p:cNvPr id="45" name="Imagen 44" descr="icono de avatar. humano. la insignia de una persona. vector. símbolo de  perfil de redes sociales. el símbolo de una persona. 14194215 Vector en  Vecteezy">
            <a:extLst>
              <a:ext uri="{FF2B5EF4-FFF2-40B4-BE49-F238E27FC236}">
                <a16:creationId xmlns:a16="http://schemas.microsoft.com/office/drawing/2014/main" id="{E81F8380-3F39-4FD2-062D-B0AC962692D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66000" t="55562" r="8815" b="9989"/>
          <a:stretch>
            <a:fillRect/>
          </a:stretch>
        </p:blipFill>
        <p:spPr>
          <a:xfrm>
            <a:off x="15117255" y="1818376"/>
            <a:ext cx="1346085" cy="1227503"/>
          </a:xfrm>
          <a:prstGeom prst="rect">
            <a:avLst/>
          </a:prstGeom>
        </p:spPr>
      </p:pic>
      <p:pic>
        <p:nvPicPr>
          <p:cNvPr id="46" name="Imagen 45" descr="Robot in circle flat icon – Royalty-Free Vector | VectorStock">
            <a:extLst>
              <a:ext uri="{FF2B5EF4-FFF2-40B4-BE49-F238E27FC236}">
                <a16:creationId xmlns:a16="http://schemas.microsoft.com/office/drawing/2014/main" id="{1C049408-0272-F6DA-AED2-0828751CF6F2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1122" t="20301" r="21296" b="31182"/>
          <a:stretch>
            <a:fillRect/>
          </a:stretch>
        </p:blipFill>
        <p:spPr>
          <a:xfrm>
            <a:off x="16463339" y="1823642"/>
            <a:ext cx="1283393" cy="1167833"/>
          </a:xfrm>
          <a:prstGeom prst="rect">
            <a:avLst/>
          </a:prstGeom>
        </p:spPr>
      </p:pic>
      <p:pic>
        <p:nvPicPr>
          <p:cNvPr id="48" name="Imagen 47" descr="Robot in circle flat icon – Royalty-Free Vector | VectorStock">
            <a:extLst>
              <a:ext uri="{FF2B5EF4-FFF2-40B4-BE49-F238E27FC236}">
                <a16:creationId xmlns:a16="http://schemas.microsoft.com/office/drawing/2014/main" id="{5EE7A1D0-E0B7-7D1C-1F9B-9F9F9F074FC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1122" t="20301" r="21296" b="31182"/>
          <a:stretch>
            <a:fillRect/>
          </a:stretch>
        </p:blipFill>
        <p:spPr>
          <a:xfrm>
            <a:off x="17753046" y="1835854"/>
            <a:ext cx="1283393" cy="1167833"/>
          </a:xfrm>
          <a:prstGeom prst="rect">
            <a:avLst/>
          </a:prstGeom>
        </p:spPr>
      </p:pic>
      <p:sp>
        <p:nvSpPr>
          <p:cNvPr id="50" name="CuadroTexto 49">
            <a:extLst>
              <a:ext uri="{FF2B5EF4-FFF2-40B4-BE49-F238E27FC236}">
                <a16:creationId xmlns:a16="http://schemas.microsoft.com/office/drawing/2014/main" id="{651004F8-596B-EB5F-4E1E-A1FA9CBDE87B}"/>
              </a:ext>
            </a:extLst>
          </p:cNvPr>
          <p:cNvSpPr txBox="1"/>
          <p:nvPr/>
        </p:nvSpPr>
        <p:spPr>
          <a:xfrm>
            <a:off x="9727437" y="4105437"/>
            <a:ext cx="2404826" cy="5586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030" b="1" dirty="0"/>
              <a:t>143 </a:t>
            </a:r>
            <a:r>
              <a:rPr lang="es-ES" sz="3030" b="1" dirty="0" err="1"/>
              <a:t>samples</a:t>
            </a:r>
            <a:endParaRPr lang="es-ES" sz="3030" b="1" dirty="0"/>
          </a:p>
        </p:txBody>
      </p:sp>
      <p:sp>
        <p:nvSpPr>
          <p:cNvPr id="54" name="Rectángulo: esquinas redondeadas 53">
            <a:extLst>
              <a:ext uri="{FF2B5EF4-FFF2-40B4-BE49-F238E27FC236}">
                <a16:creationId xmlns:a16="http://schemas.microsoft.com/office/drawing/2014/main" id="{5EC30AA1-A5CF-F0D7-14F2-96EA621BE229}"/>
              </a:ext>
            </a:extLst>
          </p:cNvPr>
          <p:cNvSpPr/>
          <p:nvPr/>
        </p:nvSpPr>
        <p:spPr>
          <a:xfrm>
            <a:off x="13818755" y="3776083"/>
            <a:ext cx="5393270" cy="754281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3030" dirty="0" err="1"/>
              <a:t>Metrics</a:t>
            </a:r>
            <a:endParaRPr lang="es-ES" sz="3030" dirty="0"/>
          </a:p>
        </p:txBody>
      </p:sp>
      <p:sp>
        <p:nvSpPr>
          <p:cNvPr id="56" name="CuadroTexto 55">
            <a:extLst>
              <a:ext uri="{FF2B5EF4-FFF2-40B4-BE49-F238E27FC236}">
                <a16:creationId xmlns:a16="http://schemas.microsoft.com/office/drawing/2014/main" id="{E263086B-3FB9-5CE4-1314-15998B6C113D}"/>
              </a:ext>
            </a:extLst>
          </p:cNvPr>
          <p:cNvSpPr txBox="1"/>
          <p:nvPr/>
        </p:nvSpPr>
        <p:spPr>
          <a:xfrm>
            <a:off x="13718731" y="4704491"/>
            <a:ext cx="3241603" cy="2423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63493" indent="-463493">
              <a:buFont typeface="Wingdings" panose="05000000000000000000" pitchFamily="2" charset="2"/>
              <a:buChar char="ü"/>
            </a:pPr>
            <a:r>
              <a:rPr lang="es-ES" sz="3030" dirty="0"/>
              <a:t>Correctness</a:t>
            </a:r>
          </a:p>
          <a:p>
            <a:pPr marL="463493" indent="-463493">
              <a:buFont typeface="Wingdings" panose="05000000000000000000" pitchFamily="2" charset="2"/>
              <a:buChar char="ü"/>
            </a:pPr>
            <a:r>
              <a:rPr lang="es-ES" sz="3030" dirty="0"/>
              <a:t>Completeness</a:t>
            </a:r>
          </a:p>
          <a:p>
            <a:pPr marL="463493" indent="-463493">
              <a:buFont typeface="Wingdings" panose="05000000000000000000" pitchFamily="2" charset="2"/>
              <a:buChar char="ü"/>
            </a:pPr>
            <a:r>
              <a:rPr lang="es-ES" sz="3030" dirty="0"/>
              <a:t>Relevance</a:t>
            </a:r>
          </a:p>
          <a:p>
            <a:pPr marL="463493" indent="-463493">
              <a:buFont typeface="Wingdings" panose="05000000000000000000" pitchFamily="2" charset="2"/>
              <a:buChar char="ü"/>
            </a:pPr>
            <a:r>
              <a:rPr lang="es-ES" sz="3030" dirty="0"/>
              <a:t>Utility</a:t>
            </a:r>
          </a:p>
          <a:p>
            <a:pPr marL="463493" indent="-463493">
              <a:buFont typeface="Wingdings" panose="05000000000000000000" pitchFamily="2" charset="2"/>
              <a:buChar char="ü"/>
            </a:pPr>
            <a:r>
              <a:rPr lang="es-ES" sz="3030" dirty="0"/>
              <a:t>Grounding</a:t>
            </a:r>
          </a:p>
        </p:txBody>
      </p:sp>
      <p:sp>
        <p:nvSpPr>
          <p:cNvPr id="60" name="Cerrar llave 59">
            <a:extLst>
              <a:ext uri="{FF2B5EF4-FFF2-40B4-BE49-F238E27FC236}">
                <a16:creationId xmlns:a16="http://schemas.microsoft.com/office/drawing/2014/main" id="{E5612151-CC82-B294-63DF-71B8BD191F38}"/>
              </a:ext>
            </a:extLst>
          </p:cNvPr>
          <p:cNvSpPr/>
          <p:nvPr/>
        </p:nvSpPr>
        <p:spPr>
          <a:xfrm>
            <a:off x="16960336" y="4781020"/>
            <a:ext cx="215731" cy="2236087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 sz="303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50F246BB-2CEC-E5EE-3FFD-C8657A8FB3EF}"/>
              </a:ext>
            </a:extLst>
          </p:cNvPr>
          <p:cNvSpPr txBox="1"/>
          <p:nvPr/>
        </p:nvSpPr>
        <p:spPr>
          <a:xfrm>
            <a:off x="17240423" y="5599534"/>
            <a:ext cx="1796016" cy="10248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30" dirty="0"/>
              <a:t>1-5 Likert</a:t>
            </a:r>
          </a:p>
          <a:p>
            <a:pPr algn="r"/>
            <a:r>
              <a:rPr lang="es-ES" sz="3030" dirty="0" err="1"/>
              <a:t>scale</a:t>
            </a:r>
            <a:endParaRPr lang="es-ES" sz="3030" dirty="0"/>
          </a:p>
        </p:txBody>
      </p:sp>
      <p:sp>
        <p:nvSpPr>
          <p:cNvPr id="62" name="Rectángulo: esquinas redondeadas 61">
            <a:extLst>
              <a:ext uri="{FF2B5EF4-FFF2-40B4-BE49-F238E27FC236}">
                <a16:creationId xmlns:a16="http://schemas.microsoft.com/office/drawing/2014/main" id="{6BE5AFC1-C2A3-1745-FF68-DB887311528D}"/>
              </a:ext>
            </a:extLst>
          </p:cNvPr>
          <p:cNvSpPr/>
          <p:nvPr/>
        </p:nvSpPr>
        <p:spPr>
          <a:xfrm>
            <a:off x="8780754" y="1969135"/>
            <a:ext cx="4330140" cy="2981026"/>
          </a:xfrm>
          <a:prstGeom prst="roundRect">
            <a:avLst>
              <a:gd name="adj" fmla="val 5146"/>
            </a:avLst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s-ES" sz="3030"/>
          </a:p>
        </p:txBody>
      </p:sp>
      <p:sp>
        <p:nvSpPr>
          <p:cNvPr id="66" name="Rectángulo: esquinas redondeadas 65">
            <a:extLst>
              <a:ext uri="{FF2B5EF4-FFF2-40B4-BE49-F238E27FC236}">
                <a16:creationId xmlns:a16="http://schemas.microsoft.com/office/drawing/2014/main" id="{DE1FBEFF-732C-A7B0-01DD-D4BD98B7B77D}"/>
              </a:ext>
            </a:extLst>
          </p:cNvPr>
          <p:cNvSpPr/>
          <p:nvPr/>
        </p:nvSpPr>
        <p:spPr>
          <a:xfrm>
            <a:off x="660992" y="7235610"/>
            <a:ext cx="18551033" cy="754281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3030" dirty="0" err="1"/>
              <a:t>Analysis</a:t>
            </a:r>
            <a:r>
              <a:rPr lang="es-ES" sz="3030" dirty="0"/>
              <a:t> &amp; </a:t>
            </a:r>
            <a:r>
              <a:rPr lang="es-ES" sz="3030" dirty="0" err="1"/>
              <a:t>key</a:t>
            </a:r>
            <a:r>
              <a:rPr lang="es-ES" sz="3030" dirty="0"/>
              <a:t> </a:t>
            </a:r>
            <a:r>
              <a:rPr lang="es-ES" sz="3030" dirty="0" err="1"/>
              <a:t>findings</a:t>
            </a:r>
            <a:endParaRPr lang="es-ES" sz="3030" dirty="0"/>
          </a:p>
        </p:txBody>
      </p:sp>
      <p:pic>
        <p:nvPicPr>
          <p:cNvPr id="70" name="Imagen 69">
            <a:extLst>
              <a:ext uri="{FF2B5EF4-FFF2-40B4-BE49-F238E27FC236}">
                <a16:creationId xmlns:a16="http://schemas.microsoft.com/office/drawing/2014/main" id="{D5CB9BA5-66C5-35F6-C8BD-F7776C14445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t="4306" b="4306"/>
          <a:stretch/>
        </p:blipFill>
        <p:spPr>
          <a:xfrm>
            <a:off x="5359570" y="8420882"/>
            <a:ext cx="9679601" cy="2186386"/>
          </a:xfrm>
          <a:prstGeom prst="rect">
            <a:avLst/>
          </a:prstGeom>
        </p:spPr>
      </p:pic>
      <p:sp>
        <p:nvSpPr>
          <p:cNvPr id="73" name="CuadroTexto 72">
            <a:extLst>
              <a:ext uri="{FF2B5EF4-FFF2-40B4-BE49-F238E27FC236}">
                <a16:creationId xmlns:a16="http://schemas.microsoft.com/office/drawing/2014/main" id="{78D4C2D0-B3FF-EE9C-30FA-50AE96C2EDB1}"/>
              </a:ext>
            </a:extLst>
          </p:cNvPr>
          <p:cNvSpPr txBox="1"/>
          <p:nvPr/>
        </p:nvSpPr>
        <p:spPr>
          <a:xfrm>
            <a:off x="743110" y="8351682"/>
            <a:ext cx="4107222" cy="14911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030" dirty="0" err="1"/>
              <a:t>Collaborative</a:t>
            </a:r>
            <a:r>
              <a:rPr lang="es-ES" sz="3030" dirty="0"/>
              <a:t> </a:t>
            </a:r>
            <a:r>
              <a:rPr lang="es-ES" sz="3030" dirty="0" err="1"/>
              <a:t>game</a:t>
            </a:r>
            <a:r>
              <a:rPr lang="es-ES" sz="3030" dirty="0"/>
              <a:t> </a:t>
            </a:r>
            <a:r>
              <a:rPr lang="es-ES" sz="3030" dirty="0" err="1"/>
              <a:t>theory</a:t>
            </a:r>
            <a:r>
              <a:rPr lang="es-ES" sz="3030" dirty="0"/>
              <a:t> </a:t>
            </a:r>
            <a:r>
              <a:rPr lang="es-ES" sz="3030" dirty="0" err="1"/>
              <a:t>framework</a:t>
            </a:r>
            <a:r>
              <a:rPr lang="es-ES" sz="3030" dirty="0"/>
              <a:t> </a:t>
            </a:r>
            <a:r>
              <a:rPr lang="es-ES" sz="3030" dirty="0" err="1"/>
              <a:t>for</a:t>
            </a:r>
            <a:r>
              <a:rPr lang="es-ES" sz="3030" dirty="0"/>
              <a:t> marginal </a:t>
            </a:r>
            <a:r>
              <a:rPr lang="es-ES" sz="3030" dirty="0" err="1"/>
              <a:t>contributions</a:t>
            </a:r>
            <a:endParaRPr lang="es-ES" sz="3030" dirty="0"/>
          </a:p>
        </p:txBody>
      </p:sp>
      <p:sp>
        <p:nvSpPr>
          <p:cNvPr id="75" name="CuadroTexto 74">
            <a:extLst>
              <a:ext uri="{FF2B5EF4-FFF2-40B4-BE49-F238E27FC236}">
                <a16:creationId xmlns:a16="http://schemas.microsoft.com/office/drawing/2014/main" id="{713D2A46-818C-15AE-A34C-451300BB1DE3}"/>
              </a:ext>
            </a:extLst>
          </p:cNvPr>
          <p:cNvSpPr txBox="1"/>
          <p:nvPr/>
        </p:nvSpPr>
        <p:spPr>
          <a:xfrm>
            <a:off x="1029428" y="10008211"/>
            <a:ext cx="3593265" cy="5586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030" dirty="0"/>
              <a:t>SHAPLEY </a:t>
            </a:r>
            <a:r>
              <a:rPr lang="es-ES" sz="3030" dirty="0" err="1"/>
              <a:t>Values</a:t>
            </a:r>
            <a:endParaRPr lang="es-ES" sz="3030" dirty="0"/>
          </a:p>
        </p:txBody>
      </p:sp>
      <p:sp>
        <p:nvSpPr>
          <p:cNvPr id="77" name="CuadroTexto 76">
            <a:extLst>
              <a:ext uri="{FF2B5EF4-FFF2-40B4-BE49-F238E27FC236}">
                <a16:creationId xmlns:a16="http://schemas.microsoft.com/office/drawing/2014/main" id="{2800DA26-D645-AE21-1FD1-125DB422B81B}"/>
              </a:ext>
            </a:extLst>
          </p:cNvPr>
          <p:cNvSpPr txBox="1"/>
          <p:nvPr/>
        </p:nvSpPr>
        <p:spPr>
          <a:xfrm>
            <a:off x="14157159" y="3093433"/>
            <a:ext cx="4784643" cy="5586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3030" dirty="0" err="1"/>
              <a:t>Hybrid</a:t>
            </a:r>
            <a:r>
              <a:rPr lang="es-ES" sz="3030" dirty="0"/>
              <a:t> Human-in-</a:t>
            </a:r>
            <a:r>
              <a:rPr lang="es-ES" sz="3030" dirty="0" err="1"/>
              <a:t>the</a:t>
            </a:r>
            <a:r>
              <a:rPr lang="es-ES" sz="3030" dirty="0"/>
              <a:t>-Loop </a:t>
            </a:r>
          </a:p>
        </p:txBody>
      </p:sp>
      <p:sp>
        <p:nvSpPr>
          <p:cNvPr id="79" name="Rectángulo: esquinas redondeadas 78">
            <a:extLst>
              <a:ext uri="{FF2B5EF4-FFF2-40B4-BE49-F238E27FC236}">
                <a16:creationId xmlns:a16="http://schemas.microsoft.com/office/drawing/2014/main" id="{2194A5C0-CD81-2E3A-396B-7AA2858702BF}"/>
              </a:ext>
            </a:extLst>
          </p:cNvPr>
          <p:cNvSpPr/>
          <p:nvPr/>
        </p:nvSpPr>
        <p:spPr>
          <a:xfrm>
            <a:off x="8780754" y="5161152"/>
            <a:ext cx="4330140" cy="754281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3030" dirty="0" err="1"/>
              <a:t>Methodology</a:t>
            </a:r>
            <a:r>
              <a:rPr lang="es-ES" sz="3030" dirty="0"/>
              <a:t> </a:t>
            </a:r>
            <a:r>
              <a:rPr lang="es-ES" sz="3030" dirty="0" err="1"/>
              <a:t>stages</a:t>
            </a:r>
            <a:endParaRPr lang="es-ES" sz="3030" dirty="0"/>
          </a:p>
        </p:txBody>
      </p:sp>
      <p:sp>
        <p:nvSpPr>
          <p:cNvPr id="81" name="Rectángulo: esquinas redondeadas 80">
            <a:extLst>
              <a:ext uri="{FF2B5EF4-FFF2-40B4-BE49-F238E27FC236}">
                <a16:creationId xmlns:a16="http://schemas.microsoft.com/office/drawing/2014/main" id="{3952E296-61CA-3AB1-11A7-D8018A278B42}"/>
              </a:ext>
            </a:extLst>
          </p:cNvPr>
          <p:cNvSpPr/>
          <p:nvPr/>
        </p:nvSpPr>
        <p:spPr>
          <a:xfrm>
            <a:off x="8780752" y="6121192"/>
            <a:ext cx="1809670" cy="754281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3030" dirty="0">
                <a:solidFill>
                  <a:schemeClr val="tx1"/>
                </a:solidFill>
              </a:rPr>
              <a:t>Broad </a:t>
            </a:r>
          </a:p>
        </p:txBody>
      </p:sp>
      <p:sp>
        <p:nvSpPr>
          <p:cNvPr id="83" name="Rectángulo: esquinas redondeadas 82">
            <a:extLst>
              <a:ext uri="{FF2B5EF4-FFF2-40B4-BE49-F238E27FC236}">
                <a16:creationId xmlns:a16="http://schemas.microsoft.com/office/drawing/2014/main" id="{AFB7A79A-7AAB-D551-FBB8-9F6A82C2C62E}"/>
              </a:ext>
            </a:extLst>
          </p:cNvPr>
          <p:cNvSpPr/>
          <p:nvPr/>
        </p:nvSpPr>
        <p:spPr>
          <a:xfrm>
            <a:off x="10806153" y="6121192"/>
            <a:ext cx="2283963" cy="754281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3030" dirty="0" err="1">
                <a:solidFill>
                  <a:schemeClr val="tx1"/>
                </a:solidFill>
              </a:rPr>
              <a:t>Ablation</a:t>
            </a:r>
            <a:r>
              <a:rPr lang="es-ES" sz="3030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85" name="CuadroTexto 84">
            <a:extLst>
              <a:ext uri="{FF2B5EF4-FFF2-40B4-BE49-F238E27FC236}">
                <a16:creationId xmlns:a16="http://schemas.microsoft.com/office/drawing/2014/main" id="{1CB05923-0E71-3937-4B86-7FC30E7D789D}"/>
              </a:ext>
            </a:extLst>
          </p:cNvPr>
          <p:cNvSpPr txBox="1"/>
          <p:nvPr/>
        </p:nvSpPr>
        <p:spPr>
          <a:xfrm>
            <a:off x="15039170" y="8197511"/>
            <a:ext cx="4748136" cy="375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63493" indent="-463493" algn="just">
              <a:buFont typeface="Wingdings" panose="05000000000000000000" pitchFamily="2" charset="2"/>
              <a:buChar char="Ø"/>
            </a:pPr>
            <a:r>
              <a:rPr lang="es-ES" sz="3030" dirty="0" err="1"/>
              <a:t>Validated</a:t>
            </a:r>
            <a:r>
              <a:rPr lang="es-ES" sz="3030" dirty="0"/>
              <a:t> </a:t>
            </a:r>
            <a:r>
              <a:rPr lang="es-ES" sz="3030" dirty="0" err="1"/>
              <a:t>architecture</a:t>
            </a:r>
            <a:endParaRPr lang="es-ES" sz="3030" dirty="0"/>
          </a:p>
          <a:p>
            <a:pPr marL="463493" indent="-463493" algn="just">
              <a:buFont typeface="Wingdings" panose="05000000000000000000" pitchFamily="2" charset="2"/>
              <a:buChar char="Ø"/>
            </a:pPr>
            <a:r>
              <a:rPr lang="es-ES" sz="3030" dirty="0"/>
              <a:t>Visual </a:t>
            </a:r>
            <a:r>
              <a:rPr lang="es-ES" sz="3030" dirty="0" err="1"/>
              <a:t>context</a:t>
            </a:r>
            <a:r>
              <a:rPr lang="es-ES" sz="3030" dirty="0"/>
              <a:t> crucial</a:t>
            </a:r>
          </a:p>
          <a:p>
            <a:pPr marL="463493" indent="-463493">
              <a:buFont typeface="Wingdings" panose="05000000000000000000" pitchFamily="2" charset="2"/>
              <a:buChar char="Ø"/>
            </a:pPr>
            <a:r>
              <a:rPr lang="es-ES" sz="3030" dirty="0"/>
              <a:t>Marginal </a:t>
            </a:r>
            <a:r>
              <a:rPr lang="es-ES" sz="3030" dirty="0" err="1"/>
              <a:t>contributions</a:t>
            </a:r>
            <a:r>
              <a:rPr lang="es-ES" sz="3030" dirty="0"/>
              <a:t> </a:t>
            </a:r>
            <a:r>
              <a:rPr lang="es-ES" sz="3030" dirty="0" err="1"/>
              <a:t>successfully</a:t>
            </a:r>
            <a:r>
              <a:rPr lang="es-ES" sz="3030" dirty="0"/>
              <a:t> </a:t>
            </a:r>
            <a:r>
              <a:rPr lang="es-ES" sz="3030" dirty="0" err="1"/>
              <a:t>quantified</a:t>
            </a:r>
            <a:endParaRPr lang="es-ES" sz="3030" dirty="0"/>
          </a:p>
          <a:p>
            <a:pPr marL="463493" indent="-463493" algn="just">
              <a:buFont typeface="Wingdings" panose="05000000000000000000" pitchFamily="2" charset="2"/>
              <a:buChar char="Ø"/>
            </a:pPr>
            <a:r>
              <a:rPr lang="es-ES" sz="3030" dirty="0" err="1"/>
              <a:t>Reproducibility</a:t>
            </a:r>
            <a:endParaRPr lang="es-ES" sz="3030" dirty="0"/>
          </a:p>
          <a:p>
            <a:pPr algn="just"/>
            <a:r>
              <a:rPr lang="es-ES" sz="2596" dirty="0"/>
              <a:t>       Dataset </a:t>
            </a:r>
            <a:r>
              <a:rPr lang="es-ES" sz="2596" dirty="0" err="1"/>
              <a:t>is</a:t>
            </a:r>
            <a:r>
              <a:rPr lang="es-ES" sz="2596" dirty="0"/>
              <a:t> </a:t>
            </a:r>
            <a:r>
              <a:rPr lang="es-ES" sz="2596" dirty="0" err="1"/>
              <a:t>available</a:t>
            </a:r>
            <a:endParaRPr lang="es-ES" sz="2596" dirty="0"/>
          </a:p>
          <a:p>
            <a:pPr marL="463493" indent="-463493" algn="just">
              <a:buFont typeface="Wingdings" panose="05000000000000000000" pitchFamily="2" charset="2"/>
              <a:buChar char="Ø"/>
            </a:pPr>
            <a:endParaRPr lang="es-ES" sz="3030" dirty="0"/>
          </a:p>
          <a:p>
            <a:pPr algn="just"/>
            <a:endParaRPr lang="es-ES" sz="3030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0077C0C-37A7-1BD4-C966-33FDD87398BC}"/>
              </a:ext>
            </a:extLst>
          </p:cNvPr>
          <p:cNvSpPr txBox="1"/>
          <p:nvPr/>
        </p:nvSpPr>
        <p:spPr>
          <a:xfrm>
            <a:off x="9359269" y="10587632"/>
            <a:ext cx="1407693" cy="3419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622" dirty="0"/>
              <a:t>Configuration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F379CEE-F834-9A94-12E9-0AABE04E0A5D}"/>
              </a:ext>
            </a:extLst>
          </p:cNvPr>
          <p:cNvSpPr txBox="1"/>
          <p:nvPr/>
        </p:nvSpPr>
        <p:spPr>
          <a:xfrm>
            <a:off x="5782571" y="8097049"/>
            <a:ext cx="1291123" cy="3419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622" dirty="0"/>
              <a:t>Correctness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3DD32681-7C14-6F40-9B21-C8AA388CC6E8}"/>
              </a:ext>
            </a:extLst>
          </p:cNvPr>
          <p:cNvSpPr txBox="1"/>
          <p:nvPr/>
        </p:nvSpPr>
        <p:spPr>
          <a:xfrm>
            <a:off x="7454883" y="8097049"/>
            <a:ext cx="1504514" cy="3419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622" dirty="0"/>
              <a:t>Completeness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C6E8BDB1-4EF5-FC4B-780B-D88728BA2F65}"/>
              </a:ext>
            </a:extLst>
          </p:cNvPr>
          <p:cNvSpPr txBox="1"/>
          <p:nvPr/>
        </p:nvSpPr>
        <p:spPr>
          <a:xfrm>
            <a:off x="9479913" y="8082184"/>
            <a:ext cx="1121524" cy="3419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622" dirty="0"/>
              <a:t>Relevance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10AB27E4-0D42-A2FF-FE9A-05A4EC31EB4C}"/>
              </a:ext>
            </a:extLst>
          </p:cNvPr>
          <p:cNvSpPr txBox="1"/>
          <p:nvPr/>
        </p:nvSpPr>
        <p:spPr>
          <a:xfrm>
            <a:off x="11431672" y="8092444"/>
            <a:ext cx="708848" cy="3419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622" dirty="0"/>
              <a:t>Utility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564BE371-D00C-907C-5F63-784F00913F65}"/>
              </a:ext>
            </a:extLst>
          </p:cNvPr>
          <p:cNvSpPr txBox="1"/>
          <p:nvPr/>
        </p:nvSpPr>
        <p:spPr>
          <a:xfrm>
            <a:off x="13019316" y="8086810"/>
            <a:ext cx="1127616" cy="3419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622" dirty="0"/>
              <a:t>Grounding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5D2F83EA-077A-4360-E816-E9169E4D5C1C}"/>
              </a:ext>
            </a:extLst>
          </p:cNvPr>
          <p:cNvSpPr txBox="1"/>
          <p:nvPr/>
        </p:nvSpPr>
        <p:spPr>
          <a:xfrm>
            <a:off x="5136164" y="9630539"/>
            <a:ext cx="644657" cy="29206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sz="1298" dirty="0"/>
              <a:t>SAT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291F0609-2B26-D268-8A94-C494BA269C2C}"/>
              </a:ext>
            </a:extLst>
          </p:cNvPr>
          <p:cNvSpPr txBox="1"/>
          <p:nvPr/>
        </p:nvSpPr>
        <p:spPr>
          <a:xfrm>
            <a:off x="4912564" y="9929529"/>
            <a:ext cx="868258" cy="29206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sz="1298" dirty="0"/>
              <a:t>ORTHO</a:t>
            </a:r>
          </a:p>
        </p:txBody>
      </p:sp>
      <p:sp>
        <p:nvSpPr>
          <p:cNvPr id="72" name="Rectángulo: esquinas redondeadas 71">
            <a:extLst>
              <a:ext uri="{FF2B5EF4-FFF2-40B4-BE49-F238E27FC236}">
                <a16:creationId xmlns:a16="http://schemas.microsoft.com/office/drawing/2014/main" id="{5123C0AE-A374-A081-B629-1437B0110113}"/>
              </a:ext>
            </a:extLst>
          </p:cNvPr>
          <p:cNvSpPr/>
          <p:nvPr/>
        </p:nvSpPr>
        <p:spPr>
          <a:xfrm>
            <a:off x="660990" y="8244744"/>
            <a:ext cx="4251574" cy="2584277"/>
          </a:xfrm>
          <a:prstGeom prst="roundRect">
            <a:avLst>
              <a:gd name="adj" fmla="val 5146"/>
            </a:avLst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s-ES" sz="3030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94F09CEC-B4E4-CCC4-69E9-5C6C1F98A567}"/>
              </a:ext>
            </a:extLst>
          </p:cNvPr>
          <p:cNvSpPr txBox="1"/>
          <p:nvPr/>
        </p:nvSpPr>
        <p:spPr>
          <a:xfrm>
            <a:off x="5082507" y="10216375"/>
            <a:ext cx="698314" cy="29206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sz="1298" dirty="0"/>
              <a:t>RAG</a:t>
            </a:r>
          </a:p>
        </p:txBody>
      </p:sp>
      <p:pic>
        <p:nvPicPr>
          <p:cNvPr id="44" name="Imagen 43" descr="icono de avatar. humano. la insignia de una persona. vector. símbolo de  perfil de redes sociales. el símbolo de una persona. 14194215 Vector en  Vecteezy">
            <a:extLst>
              <a:ext uri="{FF2B5EF4-FFF2-40B4-BE49-F238E27FC236}">
                <a16:creationId xmlns:a16="http://schemas.microsoft.com/office/drawing/2014/main" id="{F3CDBABF-B192-87EB-97A1-9FD6473141D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8073" t="9979" r="37823" b="54488"/>
          <a:stretch>
            <a:fillRect/>
          </a:stretch>
        </p:blipFill>
        <p:spPr>
          <a:xfrm>
            <a:off x="13914427" y="1828969"/>
            <a:ext cx="1277446" cy="1255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037207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404</TotalTime>
  <Words>99</Words>
  <Application>Microsoft Office PowerPoint</Application>
  <PresentationFormat>Personalizado</PresentationFormat>
  <Paragraphs>63</Paragraphs>
  <Slides>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Wingdings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Juan Cañada Carril</dc:creator>
  <cp:lastModifiedBy>-</cp:lastModifiedBy>
  <cp:revision>31</cp:revision>
  <dcterms:created xsi:type="dcterms:W3CDTF">2026-09-14T09:33:35Z</dcterms:created>
  <dcterms:modified xsi:type="dcterms:W3CDTF">2026-10-26T11:43:55Z</dcterms:modified>
</cp:coreProperties>
</file>